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1832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PROCESS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C63FF"/>
                </a:solidFill>
              </a:defRPr>
            </a:pPr>
            <a:r>
              <a:t>&amp;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By  Haneesh  &amp;  Farhin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📋  TABLE OF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0700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1. Project Overview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91056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934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2. Architecture &amp; Data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3. FCFS – First Come First 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95728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1401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4. SJF – Shortest Job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98064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816352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5. LJF – Longest Job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1868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6. SRTF – Shortest Remaining Time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02736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7. LRTF – Longest Remaining Time 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05072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233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8. Round Robin 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07408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42569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9. Priority Scheduling (Preemptive &amp; Non-Preemptive)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09744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828032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10. Gantt Chart Visualization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12080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23036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11. Driver Program &amp; Menu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614416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3270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12. Comparison of All Algorithms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6016752"/>
            <a:ext cx="10058400" cy="347472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603504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13.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🎯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What This Project Does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Simulates 8+ CPU scheduling algorithms in C++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User inputs arrival time &amp; burst time for processes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Computes Completion, Turnaround, Waiting &amp; Response times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Generates a beautiful Gantt Chart in terminal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Handles idle CPU periods automatically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Interactive menu to compare algorithms on same data</a:t>
            </a:r>
          </a:p>
          <a:p>
            <a:pPr>
              <a:spcBef>
                <a:spcPts val="600"/>
              </a:spcBef>
              <a:defRPr sz="1500" b="0">
                <a:solidFill>
                  <a:srgbClr val="B0B0CC"/>
                </a:solidFill>
              </a:defRPr>
            </a:pPr>
            <a:r>
              <a:t>• Colored terminal output for better readability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Key Metrics Calculated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 Completion Time (CT) = when process finishes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 Turnaround Time (TAT) = CT − Arrival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 Waiting Time (WT) = TAT − Burst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 Response Time (RT) = First CPU access − Arrival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 Average TAT, WT, RT across all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🏗️  ARCHITECTURE &amp; DATA STRUCTURES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347472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📦 Process Class  (utilities.hpp)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class process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num;              // Process ID (P1, P2...)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arr_time;         // Arrival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bur_time;         // Burst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com_time;         // Completion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res_time;         // Response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wait_time;        // Waiting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turn_time;        // Turnaround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priority;         // Priority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remaining_bur_time; // For preemptive algos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isCompleted;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97280"/>
            <a:ext cx="5303520" cy="201168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📊 Gantt Block Class  (utilities.hpp)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463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class block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process_no;   // Which process 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start_time;   // Block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int end_time;     // Block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1945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91840"/>
            <a:ext cx="5303520" cy="2926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</a:defRPr>
            </a:pPr>
            <a:r>
              <a:t>Why These Structures?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'process' holds ALL scheduling info in one object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'block' records Gantt chart segments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remaining_bur_time enables preemptive algorithms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priority_queue&lt;process*&gt; used for SJF/SRTF/Priority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Custom comparator classes control queue ordering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1️⃣  FCFS – FIRST COME FIRST SERVE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486400" cy="384048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FCFS.cpp – Pseudocode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void fcfs(vector&lt;process&gt; proc_list)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sort(proc_list, by arrival_time);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curr_time = first process arrival;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while (completed != n)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response_time = curr_time - arrival_time;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gantt_block = {process_no, curr_time};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curr_time += burst_time;   // run full burst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completion_time = curr_time;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TAT = completion - arrival;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waiting = TAT - burst;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ptr++;  // move to next process in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curr_time = max(curr_time, next_arrival);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display_sched(); display_avg();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display_gantt_chart();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</a:defRPr>
            </a:pPr>
            <a:r>
              <a:t>How FCFS Works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Simplest algorithm – no preemption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Processes sorted by arrival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Each process runs to completion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Next process starts after current finishes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🔑 Key Code Points: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sort() by compare_atime sorts on arrival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Sequential ptr++ moves through sorted list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max(curr_time, next_arrival) handles gaps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Gantt block records start/end per process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⚠️ Convoy Effect: Short jobs wait behind long ones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📊 Non-preemptive | No starvation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2️⃣  SJF – SHORTEST JOB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486400" cy="36576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SJF.cpp – Key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Custom comparator for min-heap on burst_time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ComparePriority_sjf::operator()(a, b)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return a-&gt;bur_time &gt; b-&gt;bur_time;  // min-heap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void sjf(vector&lt;process&gt; proc_list)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priority_queue&lt;process*, ..., Compare&gt; pq;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while (completed != n)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// Enqueue all arrived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while (ptr&lt;n &amp;&amp; arr_time &lt;= curr_time)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pq.push(&amp;proc_list[ptr++]);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if (pq.empty()) curr_time = next_arrival;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proc = pq.top(); pq.pop();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curr_time += proc-&gt;bur_time;  // full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compute CT, TAT, WT, RT;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How SJF Works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Non-preemptive: shortest burst runs first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Uses C++ priority_queue (min-heap)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Comparator returns a-&gt;bur_time &gt; b-&gt;bur_time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 → This makes it a MIN-heap (shortest on top)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🔑 Key Mechanism: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At each step, enqueue ALL arrived processes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Pop the one with smallest burst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Run it completely (non-preemptive)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If queue empty, fast-forward to next arrival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Optimal average waiting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⚠️ Can cause starvation of long processes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3️⃣  LJF – LONGEST JOB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486400" cy="22860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LJF.cpp – The Only Difference from SJF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Comparator – MAX heap on burst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ComparePriority_ljf::operator()(a, b)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return a-&gt;bur_time &lt; b-&gt;bur_time;  // max-heap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Rest is identical to SJF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pq.top() gives LONGEST burst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LJF vs SJF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Exact mirror of SJF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Only change: comparator flipped ( &lt; instead of &gt; )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📌 Longest burst time process gets CPU first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🔑 Same code structure as SJF but: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a-&gt;bur_time &lt; b-&gt;bur_time → MAX-heap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Short processes may starve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Higher average waiting time than SJF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💡 Fun Fact: LJF is useful when you want to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 finish big tasks first (like batch processing)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4️⃣  SRTF – SHORTEST REMAINING TIME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45720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SRTF.cpp – Preemptive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Comparator on REMAINING burst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return a-&gt;remaining_bur_time &gt; b-&gt;remaining_bur_time;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void srtf(...)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init remaining_bur_time = bur_time for all;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while (completed != n)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enqueue arrived processes;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proc = pq.top(); pq.pop();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// KEY: Run only until next arrival!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if (all enqueued) run fully;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else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run_time = min(remaining, next_arrival-now);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remaining -= run_time;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curr_time += run_time;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if (remaining == 0) mark completed;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else pq.push(proc);  // put back!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</a:defRPr>
            </a:pPr>
            <a:r>
              <a:t>SRTF = Preemptive SJF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Process can be INTERRUPTED if shorter job arrives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Uses remaining_bur_time (not original burst)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Critical Preemption Mechanism: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Run current process until next process arrives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min(remaining, next_arrival - curr_time)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If not done → push back into priority queue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Re-evaluate: maybe new process is shorter!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Response Time Logic: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RT set ONLY when remaining == burst (first run)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✅ Optimal average waiting time (preemptive)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⚠️ High context-switch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5️⃣  LRTF – LONGEST REMAINING TIME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347472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LRTF.cpp – Advanced Comparator + Block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Comparator: MAX-heap on remaining burst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if (a-&gt;remaining == b-&gt;remaining)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return a-&gt;arr_time &gt; b-&gt;arr_time; // FIFO tiebreak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return a-&gt;remaining &lt; b-&gt;remaining; // max-heap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Smart block_time calculation: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temp = pq.top();  // peek at 2nd longest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if (proc-&gt;remaining == temp-&gt;remaining)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block_time = 1;  // switch after 1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block_time = min(next_arrival - now,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           proc-&gt;remaining - temp-&gt;remaining);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LRTF Unique Features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Preemptive version of LJF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Most complex comparator in the project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Two-level tiebreaking: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Primary: longest remaining time wins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Secondary: earlier arrival wins (FIFO)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Smart block_time: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Peeks at 2nd-highest in queue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Runs only until they become equal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If already equal → run just 1 time unit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Prevents unnecessary long runs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⚠️ Highest context switching of all algorithms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6️⃣  ROUND ROBIN SCHEDULING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41148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RR.cpp – Time Quantum Slicing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void round_robin(vector&lt;process&gt; proc_list)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cin &gt;&gt; time_quantum;  // user enters slice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queue&lt;process*&gt; que;  // FIFO queue!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while (completed != n)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enqueue newly arrived processes;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if (prev_proc not done) que.push(prev_proc);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proc = que.front(); que.pop();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// Run for min(quantum, remaining)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run_time = min(quantum, remaining);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remaining -= run_time;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curr_time += run_time;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if (remaining == 0) completed++;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// else: will be re-enqueued next 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</a:defRPr>
            </a:pPr>
            <a:r>
              <a:t>Round Robin Explained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Uses std::queue (FIFO) – NOT priority queue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Each process gets fixed time slice (quantum)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User inputs the quantum value at runtime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Enqueueing Order Matters!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First: enqueue newly arrived processes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Then: re-enqueue the preempted process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This ensures fairness (new arrivals first)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min(quantum, remaining):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If remaining &lt; quantum, don't waste time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Process finishes early in its last slice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✅ Best for time-sharing systems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⚠️ Performance depends on quantum 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7️⃣  PRIORITY SCHEDULING (PREEMPTIVE)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36576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Priority.cpp – Preemptive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Two-level comparator: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if (a-&gt;priority == b-&gt;priority)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return a-&gt;bur_time &gt; b-&gt;bur_time; // SJF tiebreak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return a-&gt;priority &gt; b-&gt;priority;   // lower=higher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void priority(vector&lt;process&gt; proc_list)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// User inputs priority for each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cin &gt;&gt; proc_list[i].priority;  // 0 = highest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// Same preemptive logic as SRTF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// But ordered by priority, not burst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// Preemption at each new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005840"/>
            <a:ext cx="502920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</a:defRPr>
            </a:pPr>
            <a:r>
              <a:t>Priority Preemptive Details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0 = Highest priority (lower number = higher prio)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User inputs priority separately for each process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Same preemptive engine as SRTF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Smart Tiebreaking: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Same priority? → Shorter burst wins (SJF)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This avoids arbitrary decisions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Custom display table: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Shows Priority column (extra vs other algos)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Uses its own print loop instead of display_sched()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⚠️ Starvation: low-priority may never run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💡 Solution: Aging (not implemented here)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8️⃣  PRIORITY SCHEDULING (NON-PREEMPTIVE)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22860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Priority_non.cpp – Simpler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Simple comparator: just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return a-&gt;priority &gt; b-&gt;priority;  // min-heap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No remaining_bur_time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Process runs fully once dequeued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No re-pushing into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005840"/>
            <a:ext cx="5029200" cy="36576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887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Preemptive vs Non-Preemptive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✅ Non-Preemptive: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Simpler comparator (priority only)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No remaining_bur_time tracking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Process runs to completion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Lower context switches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❌ Preemptive: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Two-level comparator (priority + burst)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Tracks remaining burst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  • Can interrupt running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📊  GANTT CHART VISUALIZATION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50292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utilities.cpp – Gantt Chart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Step 1: Insert idle blocks where CPU was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insert_idle_blocks(schedule)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for each block: if gap exists → add Idle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Step 2: Calculate cell widths dynamically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cell_width = max(max_label_len + 2, 3);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Step 3: Build chart strings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top_border    = +------+------+------+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process_row   = | P1   | Idle | P2   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bottom_border = +------+------+------+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timestamp_row = 0      3      5    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Step 4: Center-align labels using lambda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auto centre = [](string s)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pad = cell_width - s.size();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return spaces(pad/2) + s + spaces(pad-pad/2);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68680" y="50292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// Uses ANSI color codes: BOLDCYAN, BOLDGREEN...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1005840"/>
            <a:ext cx="5029200" cy="2743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188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Visualization Features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Dynamic cell width based on label length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Auto-insertion of Idle blocks for gaps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Center-aligned process labels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Timestamp row aligned to cell boundaries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ANSI escape codes for colored terminal output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• Process 0 displayed as 'Idle'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🚀  DRIVER PROGRAM &amp; MENU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669280" cy="4572000"/>
          </a:xfrm>
          <a:prstGeom prst="roundRect">
            <a:avLst/>
          </a:prstGeom>
          <a:solidFill>
            <a:srgbClr val="11112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⚙️ proc_sched_driver.cpp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void proc_sched_main()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while (true)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proc_list = take_input(); // get n, AT, 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while (true)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choice = policy_choice(); // show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switch (choice)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1: fcfs(proc_list);   break;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2: sjf(proc_list);    break;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3: round_robin(proc_list); break;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4: ljf(proc_list);    break;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5: srtf(proc_list);   break;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6: lrtf(proc_list);   break;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661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8: priority_non(proc_list); break;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  case 9: priority(proc_list);     break;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  post_choice = 1:menu / 2:same / 3:new;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C"/>
                </a:solidFill>
              </a:defRPr>
            </a:pPr>
            <a: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005840"/>
            <a:ext cx="50292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188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Driver Program Design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📌 Three-level loop architecture: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  1. Outer: Enter new process set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  2. Middle: Choose algorithm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  3. Inner: Post-run options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Key feature: 'Same processes' option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  • Run multiple algorithms on SAME data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  • Enables fair comparison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  • proc_list passed by VALUE (copy)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fun() adds animated delays for aesthetics</a:t>
            </a:r>
          </a:p>
          <a:p>
            <a:pPr>
              <a:spcBef>
                <a:spcPts val="600"/>
              </a:spcBef>
              <a:defRPr sz="1300" b="0">
                <a:solidFill>
                  <a:srgbClr val="B0B0CC"/>
                </a:solidFill>
              </a:defRPr>
            </a:pPr>
            <a:r>
              <a:t>🔑 ANSI colors for terminal beautification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</a:defRPr>
            </a:pPr>
            <a:r>
              <a:t>⚖️  ALGORITHM 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58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Preemptive?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Non-Preemptive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Sorted Array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Simple batch jobs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SJF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Non-Preemptive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Min-Heap (burst)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Optimal avg wait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LJF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Non-Preemptive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Max-Heap (burst)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Big tasks first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SRTF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Preemptive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Min-Heap (remaining)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Optimal preemptive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LRTF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Preemptive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Max-Heap (remaining)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Theoretical study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Round Robin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Preemptive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FIFO Queue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Time-sharing OS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Priority (P)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Preemptive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Min-Heap (priority)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Real-time systems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Priority (NP)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Non-Preemptive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Min-Heap (priority)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Batch + priority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🔄  COMMON PATTERNS ACROSS ALL ALGORITHMS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38328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</a:defRPr>
            </a:pPr>
            <a:r>
              <a:t>Every Algorithm Does: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1. Sort by arrival 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2. Track curr_time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3. Compute CT = curr_time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4. TAT = CT − arrival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5. WT = TAT − burst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6. RT = first_run − arrival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7. Build gantt_blocks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8. Call display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97280"/>
            <a:ext cx="338328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C63FF"/>
                </a:solidFill>
              </a:defRPr>
            </a:pPr>
            <a:r>
              <a:t>Non-Preemptive Pattern: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Process runs FULLY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curr += burst_time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No remaining tracking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No re-pushing to queue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Simpler code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Used by: FCFS, SJF, LJF,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Priority Non-Preemptive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383280" cy="5029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2801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6B"/>
                </a:solidFill>
              </a:defRPr>
            </a:pPr>
            <a:r>
              <a:t>Preemptive Pattern: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Process may be INTERRUPTED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Track remaining_bur_time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Run until next arrival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Push back if not done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• More complex code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Used by: SRTF, LRTF,</a:t>
            </a:r>
          </a:p>
          <a:p>
            <a:pPr>
              <a:spcBef>
                <a:spcPts val="600"/>
              </a:spcBef>
              <a:defRPr sz="1400" b="0">
                <a:solidFill>
                  <a:srgbClr val="B0B0CC"/>
                </a:solidFill>
              </a:defRPr>
            </a:pPr>
            <a:r>
              <a:t>RR, Priority Preemptive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</a:defRPr>
            </a:pPr>
            <a:r>
              <a:t>❓  POSSIBLE VIVA QUESTIONS &amp;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Q: Why use priority_queue instead of sorting each time?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C"/>
                </a:solidFill>
              </a:defRPr>
            </a:pPr>
            <a:r>
              <a:t>A: priority_queue gives O(log n) insert/extract vs O(n log n) re-sort. More efficient for dynamic arrivals.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Q: Why pass proc_list by value, not reference?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C"/>
                </a:solidFill>
              </a:defRPr>
            </a:pPr>
            <a:r>
              <a:t>A: Each algorithm modifies the process data (CT, WT, etc.). Passing by value preserves original data for re-use with different algorithms.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Q: How does the Gantt chart handle idle time?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C"/>
                </a:solidFill>
              </a:defRPr>
            </a:pPr>
            <a:r>
              <a:t>A: insert_idle_blocks() checks gaps between consecutive blocks. If block[i].start &gt; prev_end, it inserts a block with process_no=0 (displayed as 'Idle').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Q: What's the convoy effect in FCFS?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C"/>
                </a:solidFill>
              </a:defRPr>
            </a:pPr>
            <a:r>
              <a:t>A: When a long process runs first, all shorter processes must wait behind it, increasing average waiting time significantly.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698480" cy="10058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Q: How is response time different from waiting time?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C"/>
                </a:solidFill>
              </a:defRPr>
            </a:pPr>
            <a:r>
              <a:t>A: Response time = time from arrival to FIRST CPU allocation. Waiting time = total time spent waiting. They differ in preemptive algorithms.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731520"/>
            <a:ext cx="9418320" cy="53035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t>✅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589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Built a complete CPU Scheduling Simulator in C++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Implemented 8 algorithms: FCFS, SJF, LJF, SRTF, LRTF, RR, Priority P &amp; NP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Beautiful terminal-based Gantt Chart with ANSI colors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Interactive menu system for algorithm comparison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Modular OOP design with separate .cpp/.hpp files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Future Scope: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GUI-based visualization (Qt/Web)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Multilevel Queue &amp; Feedback scheduling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Real-time process monitoring (like Linux top)</a:t>
            </a:r>
          </a:p>
          <a:p>
            <a:pPr>
              <a:spcBef>
                <a:spcPts val="600"/>
              </a:spcBef>
              <a:defRPr sz="1600" b="0">
                <a:solidFill>
                  <a:srgbClr val="B0B0CC"/>
                </a:solidFill>
              </a:defRPr>
            </a:pPr>
            <a:r>
              <a:t>• Performance benchmarking with random workloads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828800"/>
            <a:ext cx="7589520" cy="3200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56032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2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Haneesh  &amp;  Farhin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